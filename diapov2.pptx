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0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CCAA9B3C-A159-4712-8DBC-26DD3C951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167" y="4136717"/>
            <a:ext cx="857250" cy="857250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92A72ACD-354E-4A54-BB8F-161E09BBCD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78450" y="4136717"/>
            <a:ext cx="857250" cy="85725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67C40CF7-2762-4590-9F69-466CEDDAD5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36733" y="4136717"/>
            <a:ext cx="857250" cy="85725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9E08FB5D-F7F9-46E7-B9C2-F3B3E19127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95016" y="4136717"/>
            <a:ext cx="8572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</Words>
  <Application>Microsoft Office PowerPoint</Application>
  <PresentationFormat>Grand écran</PresentationFormat>
  <Paragraphs>29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projet</dc:title>
  <dc:subject>PptxGenJS Presentation</dc:subject>
  <dc:creator>Created by Marp</dc:creator>
  <cp:lastModifiedBy>99MFOVA-PP019-W</cp:lastModifiedBy>
  <cp:revision>2</cp:revision>
  <dcterms:created xsi:type="dcterms:W3CDTF">2025-11-14T14:29:48Z</dcterms:created>
  <dcterms:modified xsi:type="dcterms:W3CDTF">2025-11-14T14:33:34Z</dcterms:modified>
</cp:coreProperties>
</file>